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5"/>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943600"/>
            <a:ext cx="12188952" cy="9144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63040"/>
            <a:ext cx="10972800" cy="1005840"/>
          </a:xfrm>
          <a:prstGeom prst="rect">
            <a:avLst/>
          </a:prstGeom>
          <a:noFill/>
        </p:spPr>
        <p:txBody>
          <a:bodyPr wrap="square">
            <a:spAutoFit/>
          </a:bodyPr>
          <a:lstStyle/>
          <a:p>
            <a:pPr algn="l"/>
            <a:r>
              <a:rPr sz="5200" b="1" i="0">
                <a:solidFill>
                  <a:srgbClr val="FFFFFF"/>
                </a:solidFill>
                <a:latin typeface="Calibri"/>
              </a:rPr>
              <a:t>AWS Secrets Manager</a:t>
            </a:r>
          </a:p>
        </p:txBody>
      </p:sp>
      <p:sp>
        <p:nvSpPr>
          <p:cNvPr id="5" name="TextBox 4"/>
          <p:cNvSpPr txBox="1"/>
          <p:nvPr/>
        </p:nvSpPr>
        <p:spPr>
          <a:xfrm>
            <a:off x="640080" y="2606040"/>
            <a:ext cx="10972800" cy="548640"/>
          </a:xfrm>
          <a:prstGeom prst="rect">
            <a:avLst/>
          </a:prstGeom>
          <a:noFill/>
        </p:spPr>
        <p:txBody>
          <a:bodyPr wrap="square">
            <a:spAutoFit/>
          </a:bodyPr>
          <a:lstStyle/>
          <a:p>
            <a:pPr algn="l"/>
            <a:r>
              <a:rPr sz="2000" b="0" i="0">
                <a:solidFill>
                  <a:srgbClr val="C0392B"/>
                </a:solidFill>
                <a:latin typeface="Calibri"/>
              </a:rPr>
              <a:t>Secure Rotation &amp; Retrieval of Credentials</a:t>
            </a:r>
          </a:p>
        </p:txBody>
      </p:sp>
      <p:sp>
        <p:nvSpPr>
          <p:cNvPr id="6" name="Rectangle 5"/>
          <p:cNvSpPr/>
          <p:nvPr/>
        </p:nvSpPr>
        <p:spPr>
          <a:xfrm>
            <a:off x="640080" y="3291840"/>
            <a:ext cx="9144000" cy="45720"/>
          </a:xfrm>
          <a:prstGeom prst="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611880"/>
            <a:ext cx="3657600" cy="365760"/>
          </a:xfrm>
          <a:prstGeom prst="rect">
            <a:avLst/>
          </a:prstGeom>
          <a:noFill/>
        </p:spPr>
        <p:txBody>
          <a:bodyPr wrap="square">
            <a:spAutoFit/>
          </a:bodyPr>
          <a:lstStyle/>
          <a:p>
            <a:pPr algn="l"/>
            <a:r>
              <a:rPr sz="1300" b="0" i="0">
                <a:solidFill>
                  <a:srgbClr val="6C757D"/>
                </a:solidFill>
                <a:latin typeface="Calibri"/>
              </a:rPr>
              <a:t>Presented by:</a:t>
            </a:r>
          </a:p>
        </p:txBody>
      </p:sp>
      <p:sp>
        <p:nvSpPr>
          <p:cNvPr id="8" name="TextBox 7"/>
          <p:cNvSpPr txBox="1"/>
          <p:nvPr/>
        </p:nvSpPr>
        <p:spPr>
          <a:xfrm>
            <a:off x="640080" y="4023360"/>
            <a:ext cx="5486400" cy="640080"/>
          </a:xfrm>
          <a:prstGeom prst="rect">
            <a:avLst/>
          </a:prstGeom>
          <a:noFill/>
        </p:spPr>
        <p:txBody>
          <a:bodyPr wrap="square">
            <a:spAutoFit/>
          </a:bodyPr>
          <a:lstStyle/>
          <a:p>
            <a:pPr algn="l"/>
            <a:r>
              <a:rPr sz="3000" b="1" i="0">
                <a:solidFill>
                  <a:srgbClr val="FFFFFF"/>
                </a:solidFill>
                <a:latin typeface="Calibri"/>
              </a:rPr>
              <a:t>K. Arunsai</a:t>
            </a:r>
          </a:p>
        </p:txBody>
      </p:sp>
      <p:sp>
        <p:nvSpPr>
          <p:cNvPr id="9" name="TextBox 8"/>
          <p:cNvSpPr txBox="1"/>
          <p:nvPr/>
        </p:nvSpPr>
        <p:spPr>
          <a:xfrm>
            <a:off x="640080" y="6035040"/>
            <a:ext cx="9144000" cy="276999"/>
          </a:xfrm>
          <a:prstGeom prst="rect">
            <a:avLst/>
          </a:prstGeom>
          <a:noFill/>
        </p:spPr>
        <p:txBody>
          <a:bodyPr wrap="square">
            <a:spAutoFit/>
          </a:bodyPr>
          <a:lstStyle/>
          <a:p>
            <a:pPr algn="l"/>
            <a:r>
              <a:rPr sz="1200" b="0" i="0" dirty="0">
                <a:solidFill>
                  <a:srgbClr val="6C757D"/>
                </a:solidFill>
                <a:latin typeface="Calibri"/>
              </a:rPr>
              <a:t>DevOps |  AWS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06</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Secrets Manager</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Secrets Lifecycle Management</a:t>
            </a:r>
          </a:p>
        </p:txBody>
      </p:sp>
      <p:sp>
        <p:nvSpPr>
          <p:cNvPr id="7" name="Rectangle 6"/>
          <p:cNvSpPr/>
          <p:nvPr/>
        </p:nvSpPr>
        <p:spPr>
          <a:xfrm>
            <a:off x="274320" y="1371600"/>
            <a:ext cx="557784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64008" cy="5166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63040"/>
            <a:ext cx="5212080" cy="411480"/>
          </a:xfrm>
          <a:prstGeom prst="rect">
            <a:avLst/>
          </a:prstGeom>
          <a:noFill/>
        </p:spPr>
        <p:txBody>
          <a:bodyPr wrap="square">
            <a:spAutoFit/>
          </a:bodyPr>
          <a:lstStyle/>
          <a:p>
            <a:pPr algn="l"/>
            <a:r>
              <a:rPr sz="1500" b="1" i="0">
                <a:solidFill>
                  <a:srgbClr val="132A45"/>
                </a:solidFill>
                <a:latin typeface="Calibri"/>
              </a:rPr>
              <a:t>What is it?</a:t>
            </a:r>
          </a:p>
        </p:txBody>
      </p:sp>
      <p:sp>
        <p:nvSpPr>
          <p:cNvPr id="10" name="TextBox 9"/>
          <p:cNvSpPr txBox="1"/>
          <p:nvPr/>
        </p:nvSpPr>
        <p:spPr>
          <a:xfrm>
            <a:off x="457200" y="1965960"/>
            <a:ext cx="5212080" cy="2286000"/>
          </a:xfrm>
          <a:prstGeom prst="rect">
            <a:avLst/>
          </a:prstGeom>
          <a:noFill/>
        </p:spPr>
        <p:txBody>
          <a:bodyPr wrap="square">
            <a:spAutoFit/>
          </a:bodyPr>
          <a:lstStyle/>
          <a:p>
            <a:pPr algn="l"/>
            <a:r>
              <a:rPr sz="1300" b="0" i="0">
                <a:solidFill>
                  <a:srgbClr val="1A232F"/>
                </a:solidFill>
                <a:latin typeface="Calibri"/>
              </a:rPr>
              <a:t>AWS Secrets Manager helps you protect access to applications, services, and IT resources without the upfront cost of managing HSMs. It enables you to rotate, manage, and retrieve database credentials, API keys, and other secrets throughout their lifecycle.</a:t>
            </a:r>
          </a:p>
        </p:txBody>
      </p:sp>
      <p:sp>
        <p:nvSpPr>
          <p:cNvPr id="11" name="TextBox 10"/>
          <p:cNvSpPr txBox="1"/>
          <p:nvPr/>
        </p:nvSpPr>
        <p:spPr>
          <a:xfrm>
            <a:off x="457200" y="4206240"/>
            <a:ext cx="5212080" cy="384048"/>
          </a:xfrm>
          <a:prstGeom prst="rect">
            <a:avLst/>
          </a:prstGeom>
          <a:noFill/>
        </p:spPr>
        <p:txBody>
          <a:bodyPr wrap="square">
            <a:spAutoFit/>
          </a:bodyPr>
          <a:lstStyle/>
          <a:p>
            <a:pPr algn="l"/>
            <a:r>
              <a:rPr sz="1300" b="1" i="0">
                <a:solidFill>
                  <a:srgbClr val="C0392B"/>
                </a:solidFill>
                <a:latin typeface="Calibri"/>
              </a:rPr>
              <a:t>Key Highlights</a:t>
            </a:r>
          </a:p>
        </p:txBody>
      </p:sp>
      <p:sp>
        <p:nvSpPr>
          <p:cNvPr id="12" name="Rectangle 11"/>
          <p:cNvSpPr/>
          <p:nvPr/>
        </p:nvSpPr>
        <p:spPr>
          <a:xfrm>
            <a:off x="475488" y="4736592"/>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4663440"/>
            <a:ext cx="5029200" cy="384048"/>
          </a:xfrm>
          <a:prstGeom prst="rect">
            <a:avLst/>
          </a:prstGeom>
          <a:noFill/>
        </p:spPr>
        <p:txBody>
          <a:bodyPr wrap="square">
            <a:spAutoFit/>
          </a:bodyPr>
          <a:lstStyle/>
          <a:p>
            <a:pPr algn="l"/>
            <a:r>
              <a:rPr sz="1200" b="0" i="0">
                <a:solidFill>
                  <a:srgbClr val="1A232F"/>
                </a:solidFill>
                <a:latin typeface="Calibri"/>
              </a:rPr>
              <a:t>Stores DB credentials, API keys, OAuth tokens</a:t>
            </a:r>
          </a:p>
        </p:txBody>
      </p:sp>
      <p:sp>
        <p:nvSpPr>
          <p:cNvPr id="14" name="Rectangle 13"/>
          <p:cNvSpPr/>
          <p:nvPr/>
        </p:nvSpPr>
        <p:spPr>
          <a:xfrm>
            <a:off x="475488" y="5138928"/>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5065776"/>
            <a:ext cx="5029200" cy="384048"/>
          </a:xfrm>
          <a:prstGeom prst="rect">
            <a:avLst/>
          </a:prstGeom>
          <a:noFill/>
        </p:spPr>
        <p:txBody>
          <a:bodyPr wrap="square">
            <a:spAutoFit/>
          </a:bodyPr>
          <a:lstStyle/>
          <a:p>
            <a:pPr algn="l"/>
            <a:r>
              <a:rPr sz="1200" b="0" i="0">
                <a:solidFill>
                  <a:srgbClr val="1A232F"/>
                </a:solidFill>
                <a:latin typeface="Calibri"/>
              </a:rPr>
              <a:t>Automatic secret rotation (e.g. RDS passwords)</a:t>
            </a:r>
          </a:p>
        </p:txBody>
      </p:sp>
      <p:sp>
        <p:nvSpPr>
          <p:cNvPr id="16" name="Rectangle 15"/>
          <p:cNvSpPr/>
          <p:nvPr/>
        </p:nvSpPr>
        <p:spPr>
          <a:xfrm>
            <a:off x="475488" y="5541264"/>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5468112"/>
            <a:ext cx="5029200" cy="384048"/>
          </a:xfrm>
          <a:prstGeom prst="rect">
            <a:avLst/>
          </a:prstGeom>
          <a:noFill/>
        </p:spPr>
        <p:txBody>
          <a:bodyPr wrap="square">
            <a:spAutoFit/>
          </a:bodyPr>
          <a:lstStyle/>
          <a:p>
            <a:pPr algn="l"/>
            <a:r>
              <a:rPr sz="1200" b="0" i="0">
                <a:solidFill>
                  <a:srgbClr val="1A232F"/>
                </a:solidFill>
                <a:latin typeface="Calibri"/>
              </a:rPr>
              <a:t>Encrypted at rest using AWS KMS</a:t>
            </a:r>
          </a:p>
        </p:txBody>
      </p:sp>
      <p:sp>
        <p:nvSpPr>
          <p:cNvPr id="18" name="Rectangle 17"/>
          <p:cNvSpPr/>
          <p:nvPr/>
        </p:nvSpPr>
        <p:spPr>
          <a:xfrm>
            <a:off x="475488" y="5943600"/>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5870448"/>
            <a:ext cx="5029200" cy="384048"/>
          </a:xfrm>
          <a:prstGeom prst="rect">
            <a:avLst/>
          </a:prstGeom>
          <a:noFill/>
        </p:spPr>
        <p:txBody>
          <a:bodyPr wrap="square">
            <a:spAutoFit/>
          </a:bodyPr>
          <a:lstStyle/>
          <a:p>
            <a:pPr algn="l"/>
            <a:r>
              <a:rPr sz="1200" b="0" i="0">
                <a:solidFill>
                  <a:srgbClr val="1A232F"/>
                </a:solidFill>
                <a:latin typeface="Calibri"/>
              </a:rPr>
              <a:t>Fine-grained IAM access policies</a:t>
            </a:r>
          </a:p>
        </p:txBody>
      </p:sp>
      <p:sp>
        <p:nvSpPr>
          <p:cNvPr id="20" name="Rectangle 19"/>
          <p:cNvSpPr/>
          <p:nvPr/>
        </p:nvSpPr>
        <p:spPr>
          <a:xfrm>
            <a:off x="475488" y="6345936"/>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6272784"/>
            <a:ext cx="5029200" cy="384048"/>
          </a:xfrm>
          <a:prstGeom prst="rect">
            <a:avLst/>
          </a:prstGeom>
          <a:noFill/>
        </p:spPr>
        <p:txBody>
          <a:bodyPr wrap="square">
            <a:spAutoFit/>
          </a:bodyPr>
          <a:lstStyle/>
          <a:p>
            <a:pPr algn="l"/>
            <a:r>
              <a:rPr sz="1200" b="0" i="0">
                <a:solidFill>
                  <a:srgbClr val="1A232F"/>
                </a:solidFill>
                <a:latin typeface="Calibri"/>
              </a:rPr>
              <a:t>Cross-region replication support</a:t>
            </a:r>
          </a:p>
        </p:txBody>
      </p:sp>
      <p:sp>
        <p:nvSpPr>
          <p:cNvPr id="22" name="Rectangle 21"/>
          <p:cNvSpPr/>
          <p:nvPr/>
        </p:nvSpPr>
        <p:spPr>
          <a:xfrm>
            <a:off x="475488" y="6748272"/>
            <a:ext cx="128016" cy="12801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6675120"/>
            <a:ext cx="5029200" cy="384048"/>
          </a:xfrm>
          <a:prstGeom prst="rect">
            <a:avLst/>
          </a:prstGeom>
          <a:noFill/>
        </p:spPr>
        <p:txBody>
          <a:bodyPr wrap="square">
            <a:spAutoFit/>
          </a:bodyPr>
          <a:lstStyle/>
          <a:p>
            <a:pPr algn="l"/>
            <a:r>
              <a:rPr sz="1200" b="0" i="0">
                <a:solidFill>
                  <a:srgbClr val="1A232F"/>
                </a:solidFill>
                <a:latin typeface="Calibri"/>
              </a:rPr>
              <a:t>Audit access via CloudTrail</a:t>
            </a:r>
          </a:p>
        </p:txBody>
      </p:sp>
      <p:sp>
        <p:nvSpPr>
          <p:cNvPr id="24" name="Rectangle 23"/>
          <p:cNvSpPr/>
          <p:nvPr/>
        </p:nvSpPr>
        <p:spPr>
          <a:xfrm>
            <a:off x="6126479" y="1307592"/>
            <a:ext cx="6062473" cy="5248656"/>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371600"/>
            <a:ext cx="64008" cy="5166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463040"/>
            <a:ext cx="5394960" cy="411480"/>
          </a:xfrm>
          <a:prstGeom prst="rect">
            <a:avLst/>
          </a:prstGeom>
          <a:noFill/>
        </p:spPr>
        <p:txBody>
          <a:bodyPr wrap="square">
            <a:spAutoFit/>
          </a:bodyPr>
          <a:lstStyle/>
          <a:p>
            <a:pPr algn="l"/>
            <a:r>
              <a:rPr sz="1300" b="1" i="0">
                <a:solidFill>
                  <a:srgbClr val="132A45"/>
                </a:solidFill>
                <a:latin typeface="Calibri"/>
              </a:rPr>
              <a:t>AWS Console Preview</a:t>
            </a:r>
          </a:p>
        </p:txBody>
      </p:sp>
      <p:sp>
        <p:nvSpPr>
          <p:cNvPr id="27" name="Rectangle 26"/>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pic>
        <p:nvPicPr>
          <p:cNvPr id="30" name="Picture 29">
            <a:extLst>
              <a:ext uri="{FF2B5EF4-FFF2-40B4-BE49-F238E27FC236}">
                <a16:creationId xmlns:a16="http://schemas.microsoft.com/office/drawing/2014/main" id="{5E6333E9-94B1-C8FD-AA1B-15EE32E6A1E1}"/>
              </a:ext>
            </a:extLst>
          </p:cNvPr>
          <p:cNvPicPr/>
          <p:nvPr/>
        </p:nvPicPr>
        <p:blipFill>
          <a:blip r:embed="rId2"/>
          <a:stretch>
            <a:fillRect/>
          </a:stretch>
        </p:blipFill>
        <p:spPr>
          <a:xfrm>
            <a:off x="6215126" y="1425992"/>
            <a:ext cx="5909690" cy="27802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06</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Secrets Manager</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Secrets Lifecycle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1–3: Store a New Secret</a:t>
            </a:r>
          </a:p>
        </p:txBody>
      </p:sp>
      <p:sp>
        <p:nvSpPr>
          <p:cNvPr id="11" name="Rectangle 10"/>
          <p:cNvSpPr/>
          <p:nvPr/>
        </p:nvSpPr>
        <p:spPr>
          <a:xfrm>
            <a:off x="475488" y="196596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Open AWS Console → Search 'Secrets Manager'</a:t>
            </a:r>
          </a:p>
        </p:txBody>
      </p:sp>
      <p:sp>
        <p:nvSpPr>
          <p:cNvPr id="14" name="Rectangle 13"/>
          <p:cNvSpPr/>
          <p:nvPr/>
        </p:nvSpPr>
        <p:spPr>
          <a:xfrm>
            <a:off x="475488" y="246888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Click 'Store a new secret'</a:t>
            </a:r>
          </a:p>
        </p:txBody>
      </p:sp>
      <p:sp>
        <p:nvSpPr>
          <p:cNvPr id="17" name="Rectangle 16"/>
          <p:cNvSpPr/>
          <p:nvPr/>
        </p:nvSpPr>
        <p:spPr>
          <a:xfrm>
            <a:off x="475488" y="297180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Choose secret type: Credentials for Amazon RDS database</a:t>
            </a:r>
          </a:p>
        </p:txBody>
      </p:sp>
      <p:sp>
        <p:nvSpPr>
          <p:cNvPr id="20" name="Rectangle 19"/>
          <p:cNvSpPr/>
          <p:nvPr/>
        </p:nvSpPr>
        <p:spPr>
          <a:xfrm>
            <a:off x="475488" y="347472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Enter username: admin</a:t>
            </a:r>
          </a:p>
        </p:txBody>
      </p:sp>
      <p:sp>
        <p:nvSpPr>
          <p:cNvPr id="23" name="Rectangle 22"/>
          <p:cNvSpPr/>
          <p:nvPr/>
        </p:nvSpPr>
        <p:spPr>
          <a:xfrm>
            <a:off x="475488" y="397763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Enter password (will be encrypted)</a:t>
            </a:r>
          </a:p>
        </p:txBody>
      </p:sp>
      <p:sp>
        <p:nvSpPr>
          <p:cNvPr id="26" name="Rectangle 25"/>
          <p:cNvSpPr/>
          <p:nvPr/>
        </p:nvSpPr>
        <p:spPr>
          <a:xfrm>
            <a:off x="475488" y="448055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Encryption key: keep default (aws/secretsmanager)</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ecrets_1.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Secrets Manager — Secret Type &amp; Credential Entry</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06</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Secrets Manager</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Secrets Lifecycle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4–6: Name &amp; Create Secret</a:t>
            </a:r>
          </a:p>
        </p:txBody>
      </p:sp>
      <p:sp>
        <p:nvSpPr>
          <p:cNvPr id="11" name="Rectangle 10"/>
          <p:cNvSpPr/>
          <p:nvPr/>
        </p:nvSpPr>
        <p:spPr>
          <a:xfrm>
            <a:off x="475488" y="196596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Enter secret name: My-secret-1</a:t>
            </a:r>
          </a:p>
        </p:txBody>
      </p:sp>
      <p:sp>
        <p:nvSpPr>
          <p:cNvPr id="14" name="Rectangle 13"/>
          <p:cNvSpPr/>
          <p:nvPr/>
        </p:nvSpPr>
        <p:spPr>
          <a:xfrm>
            <a:off x="475488" y="246888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Add optional description (e.g. 'Access to MySQL prod DB')</a:t>
            </a:r>
          </a:p>
        </p:txBody>
      </p:sp>
      <p:sp>
        <p:nvSpPr>
          <p:cNvPr id="17" name="Rectangle 16"/>
          <p:cNvSpPr/>
          <p:nvPr/>
        </p:nvSpPr>
        <p:spPr>
          <a:xfrm>
            <a:off x="475488" y="297180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Add optional tags for cost allocation</a:t>
            </a:r>
          </a:p>
        </p:txBody>
      </p:sp>
      <p:sp>
        <p:nvSpPr>
          <p:cNvPr id="20" name="Rectangle 19"/>
          <p:cNvSpPr/>
          <p:nvPr/>
        </p:nvSpPr>
        <p:spPr>
          <a:xfrm>
            <a:off x="475488" y="347472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Configure rotation (optional for now, keep disabled)</a:t>
            </a:r>
          </a:p>
        </p:txBody>
      </p:sp>
      <p:sp>
        <p:nvSpPr>
          <p:cNvPr id="23" name="Rectangle 22"/>
          <p:cNvSpPr/>
          <p:nvPr/>
        </p:nvSpPr>
        <p:spPr>
          <a:xfrm>
            <a:off x="475488" y="397763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Review all settings and click 'Store'</a:t>
            </a:r>
          </a:p>
        </p:txBody>
      </p:sp>
      <p:sp>
        <p:nvSpPr>
          <p:cNvPr id="26" name="Rectangle 25"/>
          <p:cNvSpPr/>
          <p:nvPr/>
        </p:nvSpPr>
        <p:spPr>
          <a:xfrm>
            <a:off x="475488" y="448055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Success message confirms secret is created</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ecrets_2.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Secret Name Configuration &amp; Successful Creation</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06</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Secrets Manager</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Secrets Lifecycle Management</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7–9: Retrieve &amp; Verify Secret</a:t>
            </a:r>
          </a:p>
        </p:txBody>
      </p:sp>
      <p:sp>
        <p:nvSpPr>
          <p:cNvPr id="11" name="Rectangle 10"/>
          <p:cNvSpPr/>
          <p:nvPr/>
        </p:nvSpPr>
        <p:spPr>
          <a:xfrm>
            <a:off x="475488" y="196596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Secret 'My-secret-1' appears in the Secrets list</a:t>
            </a:r>
          </a:p>
        </p:txBody>
      </p:sp>
      <p:sp>
        <p:nvSpPr>
          <p:cNvPr id="14" name="Rectangle 13"/>
          <p:cNvSpPr/>
          <p:nvPr/>
        </p:nvSpPr>
        <p:spPr>
          <a:xfrm>
            <a:off x="475488" y="246888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Click on the secret name to open details</a:t>
            </a:r>
          </a:p>
        </p:txBody>
      </p:sp>
      <p:sp>
        <p:nvSpPr>
          <p:cNvPr id="17" name="Rectangle 16"/>
          <p:cNvSpPr/>
          <p:nvPr/>
        </p:nvSpPr>
        <p:spPr>
          <a:xfrm>
            <a:off x="475488" y="297180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Scroll to 'Secret value' section</a:t>
            </a:r>
          </a:p>
        </p:txBody>
      </p:sp>
      <p:sp>
        <p:nvSpPr>
          <p:cNvPr id="20" name="Rectangle 19"/>
          <p:cNvSpPr/>
          <p:nvPr/>
        </p:nvSpPr>
        <p:spPr>
          <a:xfrm>
            <a:off x="475488" y="3474720"/>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Click 'Retrieve secret value'</a:t>
            </a:r>
          </a:p>
        </p:txBody>
      </p:sp>
      <p:sp>
        <p:nvSpPr>
          <p:cNvPr id="23" name="Rectangle 22"/>
          <p:cNvSpPr/>
          <p:nvPr/>
        </p:nvSpPr>
        <p:spPr>
          <a:xfrm>
            <a:off x="475488" y="397763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Key/Value view shows: Username = Admin, Password = ****</a:t>
            </a:r>
          </a:p>
        </p:txBody>
      </p:sp>
      <p:sp>
        <p:nvSpPr>
          <p:cNvPr id="26" name="Rectangle 25"/>
          <p:cNvSpPr/>
          <p:nvPr/>
        </p:nvSpPr>
        <p:spPr>
          <a:xfrm>
            <a:off x="475488" y="4480559"/>
            <a:ext cx="347472"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Plaintext tab shows the raw JSON secret</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ecrets_3.jpg"/>
          <p:cNvPicPr>
            <a:picLocks noChangeAspect="1"/>
          </p:cNvPicPr>
          <p:nvPr/>
        </p:nvPicPr>
        <p:blipFill>
          <a:blip r:embed="rId2"/>
          <a:stretch>
            <a:fillRect/>
          </a:stretch>
        </p:blipFill>
        <p:spPr>
          <a:xfrm>
            <a:off x="5970342" y="1463040"/>
            <a:ext cx="6118715" cy="4542683"/>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Secret Details — Retrieve &amp; Verify Stored Values</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359</Words>
  <Application>Microsoft Office PowerPoint</Application>
  <PresentationFormat>Custom</PresentationFormat>
  <Paragraphs>73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Arunsai</dc:creator>
  <cp:keywords/>
  <dc:description>generated using python-pptx</dc:description>
  <cp:lastModifiedBy>Arun sai</cp:lastModifiedBy>
  <cp:revision>2</cp:revision>
  <dcterms:created xsi:type="dcterms:W3CDTF">2013-01-27T09:14:16Z</dcterms:created>
  <dcterms:modified xsi:type="dcterms:W3CDTF">2026-05-11T18:17:10Z</dcterms:modified>
  <cp:category/>
</cp:coreProperties>
</file>