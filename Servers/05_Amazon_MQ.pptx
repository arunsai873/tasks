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Amazon 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5200"/>
                </a:solidFill>
                <a:latin typeface="Calibri"/>
              </a:rPr>
              <a:t>Managed Message Broker for AMQP &amp; MQTT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9144000" cy="457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Presented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K. Arunsai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C757D"/>
                </a:solidFill>
                <a:latin typeface="Calibri"/>
              </a:rPr>
              <a:t>DevOps   |  AWS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Amazon MQ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Message Broker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2A45"/>
                </a:solidFill>
                <a:latin typeface="Calibri"/>
              </a:rPr>
              <a:t>What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F"/>
                </a:solidFill>
                <a:latin typeface="Calibri"/>
              </a:rPr>
              <a:t>Amazon MQ is a managed message broker service for Apache ActiveMQ and RabbitMQ. It is ideal for migrating existing applications that already use standard messaging protocols like AMQP or MQTT — you connect using the same protocol without rewriting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200"/>
                </a:solidFill>
                <a:latin typeface="Calibri"/>
              </a:rPr>
              <a:t>Key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736592"/>
            <a:ext cx="128016" cy="128016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663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Supports RabbitMQ &amp; Apache ActiveMQ engines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5138928"/>
            <a:ext cx="128016" cy="128016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Standard protocols: AMQP, MQTT, STOMP, OpenWire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5541264"/>
            <a:ext cx="128016" cy="128016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54681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Single-instance or cluster deployment modes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5943600"/>
            <a:ext cx="128016" cy="128016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870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Persistent storage on Amazon EBS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6345936"/>
            <a:ext cx="128016" cy="128016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2727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Built-in RabbitMQ web management console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6748272"/>
            <a:ext cx="128016" cy="128016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675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VPC isolation &amp; OAuth2/IAM/LDAP auth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1371600"/>
            <a:ext cx="6062345" cy="514807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371600"/>
            <a:ext cx="64008" cy="516636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AWS Console Preview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D8DA99-712C-8AFC-3476-2153A8BAEF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90488" y="1414907"/>
            <a:ext cx="5998336" cy="2553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Amazon MQ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Message Broker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1–4: Select Engine &amp;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AWS Console → Search 'Amazon MQ'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'Get started'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Select broker engine: RabbitMQ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Choose deployment mode: Single-instance broker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(Single-instance is suitable for dev/testing)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q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Amazon MQ — Engine Selection &amp; Deployment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Amazon MQ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Message Broker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5–7: Configure Broker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Enter broker name: My-Broker-first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Select instance type: mq.m7g.medium (1 vCPU, 4GB RAM)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Set RabbitMQ username: admin and a strong password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Additional settings: keep defaults (VPC, subnets, encryption)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'Create broker' — takes ~20 minutes to activate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q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Broker Configuration — Name, Instance, Credentials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Amazon MQ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Message Broker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8–9: Access Web Console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Wait for broker status to change to 'Running'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Navigate to Connections tab — copy RabbitMQ Web Console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URL in browser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Login with the admin username and password set earlier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RabbitMQ management dashboard opens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q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Broker Active &amp; RabbitMQ Web Console Login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Amazon MQ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Message Broker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10–11: Publish &amp; Get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In RabbitMQ console: go to Queues and Streams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Add a new queue (e.g. K.Arunsai)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the queue → Publish message section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Enter payload: 'Hi Arunsai, how are you' → Publish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Scroll to Get Messages → Click Get Message(s)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E0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Verify payload is received correctly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q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Publishing &amp; Retrieving Messages via RabbitMQ Console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422</Words>
  <Application>Microsoft Office PowerPoint</Application>
  <PresentationFormat>Custom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Arunsai</dc:creator>
  <cp:keywords/>
  <dc:description>generated using python-pptx</dc:description>
  <cp:lastModifiedBy>Arun sai</cp:lastModifiedBy>
  <cp:revision>2</cp:revision>
  <dcterms:created xsi:type="dcterms:W3CDTF">2013-01-27T09:14:16Z</dcterms:created>
  <dcterms:modified xsi:type="dcterms:W3CDTF">2026-05-11T18:14:37Z</dcterms:modified>
  <cp:category/>
</cp:coreProperties>
</file>