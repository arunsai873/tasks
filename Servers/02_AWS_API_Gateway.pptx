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AWS API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73BB"/>
                </a:solidFill>
                <a:latin typeface="Calibri"/>
              </a:rPr>
              <a:t>Managed API Creation, Publishing &amp; 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91840"/>
            <a:ext cx="9144000" cy="4572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  <a:latin typeface="Calibri"/>
              </a:rPr>
              <a:t>Presented by: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K. Arunsai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914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C757D"/>
                </a:solidFill>
                <a:latin typeface="Calibri"/>
              </a:rPr>
              <a:t>DevOps   |  AWS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3152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AWS API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Managed API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577840" cy="5166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64008" cy="516636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32A45"/>
                </a:solidFill>
                <a:latin typeface="Calibri"/>
              </a:rPr>
              <a:t>What is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2F"/>
                </a:solidFill>
                <a:latin typeface="Calibri"/>
              </a:rPr>
              <a:t>Amazon API Gateway is a fully managed service for creating, publishing, maintaining, monitoring and securing REST, HTTP and WebSocket APIs at any scale. It acts as the 'front door' — routing incoming requests to backend services like Lambda, EC2, or any HTTP endpoint.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3BB"/>
                </a:solidFill>
                <a:latin typeface="Calibri"/>
              </a:rPr>
              <a:t>Key Highlights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4736592"/>
            <a:ext cx="128016" cy="128016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46634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Supports REST, HTTP, and WebSocket APIs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5138928"/>
            <a:ext cx="128016" cy="128016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506577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Native Lambda &amp; EC2 backend integration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5541264"/>
            <a:ext cx="128016" cy="128016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54681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Built-in OIDC, OAuth2 &amp; CORS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5943600"/>
            <a:ext cx="128016" cy="128016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58704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Automatic deployments and stage management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6345936"/>
            <a:ext cx="128016" cy="128016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627278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CloudWatch metrics &amp; access logging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6748272"/>
            <a:ext cx="128016" cy="128016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66751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Pay-per-request pricing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371600"/>
            <a:ext cx="5760720" cy="51663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26480" y="1371600"/>
            <a:ext cx="64008" cy="516636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14630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2A45"/>
                </a:solidFill>
                <a:latin typeface="Calibri"/>
              </a:rPr>
              <a:t>AWS Console Preview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655624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C757D"/>
                </a:solidFill>
                <a:latin typeface="Calibri"/>
              </a:rPr>
              <a:t>K. </a:t>
            </a:r>
            <a:r>
              <a:rPr sz="1100" b="0" i="0" dirty="0" err="1">
                <a:solidFill>
                  <a:srgbClr val="6C757D"/>
                </a:solidFill>
                <a:latin typeface="Calibri"/>
              </a:rPr>
              <a:t>Arunsai</a:t>
            </a:r>
            <a:r>
              <a:rPr sz="1100" b="0" i="0" dirty="0">
                <a:solidFill>
                  <a:srgbClr val="6C757D"/>
                </a:solidFill>
                <a:latin typeface="Calibri"/>
              </a:rPr>
              <a:t>  |  DevOps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D9EA9B7-D1F0-D7D6-A206-9091AA92A09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158484" y="1463040"/>
            <a:ext cx="5728716" cy="26187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3152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AWS API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Managed API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1887200" cy="5166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394960" cy="51663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64008" cy="516636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2A45"/>
                </a:solidFill>
                <a:latin typeface="Calibri"/>
              </a:rPr>
              <a:t>Steps 1–4: Create &amp; Configure HTTP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965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Navigate to API Gateway in AWS Console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Click 'Create API'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971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Select API type: HTTP API (low-latency, cost-effective)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474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Enter API name: ArunGateway, IP type: IPv4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97763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Add integration pointing to MyFirstLambda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1371600"/>
            <a:ext cx="62636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897880" y="1371600"/>
            <a:ext cx="64008" cy="5166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apigw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6035040" cy="44805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35040" y="60350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API Gateway — Service Home &amp; API Type Selection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655624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C757D"/>
                </a:solidFill>
                <a:latin typeface="Calibri"/>
              </a:rPr>
              <a:t>K. </a:t>
            </a:r>
            <a:r>
              <a:rPr sz="1100" b="0" i="0" dirty="0" err="1">
                <a:solidFill>
                  <a:srgbClr val="6C757D"/>
                </a:solidFill>
                <a:latin typeface="Calibri"/>
              </a:rPr>
              <a:t>Arunsai</a:t>
            </a:r>
            <a:r>
              <a:rPr sz="1100" b="0" i="0" dirty="0">
                <a:solidFill>
                  <a:srgbClr val="6C757D"/>
                </a:solidFill>
                <a:latin typeface="Calibri"/>
              </a:rPr>
              <a:t>  |  DevOps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3152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AWS API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Managed API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1887200" cy="5166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394960" cy="51663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64008" cy="516636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2A45"/>
                </a:solidFill>
                <a:latin typeface="Calibri"/>
              </a:rPr>
              <a:t>Steps 5–8: Configure Route &amp; Deploy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965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Configure route: Method=GET, Path=/hello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Set integration target to MyFirstLambda function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971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Define stages (e.g., default stage)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474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Review and click Create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97763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API is created — note the Default Endpoint URL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1371600"/>
            <a:ext cx="62636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897880" y="1371600"/>
            <a:ext cx="64008" cy="5166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apigw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6035040" cy="44805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35040" y="60350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Route Configuration &amp; Lambda Integration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655624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C757D"/>
                </a:solidFill>
                <a:latin typeface="Calibri"/>
              </a:rPr>
              <a:t>K. </a:t>
            </a:r>
            <a:r>
              <a:rPr sz="1100" b="0" i="0" dirty="0" err="1">
                <a:solidFill>
                  <a:srgbClr val="6C757D"/>
                </a:solidFill>
                <a:latin typeface="Calibri"/>
              </a:rPr>
              <a:t>Arunsai</a:t>
            </a:r>
            <a:r>
              <a:rPr sz="1100" b="0" i="0" dirty="0">
                <a:solidFill>
                  <a:srgbClr val="6C757D"/>
                </a:solidFill>
                <a:latin typeface="Calibri"/>
              </a:rPr>
              <a:t>  |  DevOps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3152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AWS API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Managed API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1887200" cy="5166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394960" cy="51663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64008" cy="516636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2A45"/>
                </a:solidFill>
                <a:latin typeface="Calibri"/>
              </a:rPr>
              <a:t>Steps 9–10: Test &amp; Verify Response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965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Copy the Default Endpoint URL from API details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Open browser and navigate to: &lt;endpoint&gt;/hello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971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Verify JSON response: "Hello World from Lambda!"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474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Check CloudWatch for invocation logs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97763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API Gateway successfully routes to Lambda!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1371600"/>
            <a:ext cx="62636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897880" y="1371600"/>
            <a:ext cx="64008" cy="5166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apigw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6035040" cy="44805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35040" y="60350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API Endpoint Invocation &amp; Response Verification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655624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C757D"/>
                </a:solidFill>
                <a:latin typeface="Calibri"/>
              </a:rPr>
              <a:t>K. </a:t>
            </a:r>
            <a:r>
              <a:rPr sz="1100" b="0" i="0" dirty="0" err="1">
                <a:solidFill>
                  <a:srgbClr val="6C757D"/>
                </a:solidFill>
                <a:latin typeface="Calibri"/>
              </a:rPr>
              <a:t>Arunsai</a:t>
            </a:r>
            <a:r>
              <a:rPr sz="1100" b="0" i="0" dirty="0">
                <a:solidFill>
                  <a:srgbClr val="6C757D"/>
                </a:solidFill>
                <a:latin typeface="Calibri"/>
              </a:rPr>
              <a:t>  |  DevOps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336</Words>
  <Application>Microsoft Office PowerPoint</Application>
  <PresentationFormat>Custom</PresentationFormat>
  <Paragraphs>67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Arunsai</dc:creator>
  <cp:keywords/>
  <dc:description>generated using python-pptx</dc:description>
  <cp:lastModifiedBy>Arun sai</cp:lastModifiedBy>
  <cp:revision>2</cp:revision>
  <dcterms:created xsi:type="dcterms:W3CDTF">2013-01-27T09:14:16Z</dcterms:created>
  <dcterms:modified xsi:type="dcterms:W3CDTF">2026-05-11T18:05:59Z</dcterms:modified>
  <cp:category/>
</cp:coreProperties>
</file>